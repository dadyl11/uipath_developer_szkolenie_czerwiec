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876" y="5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76268-4CA0-495D-AEF0-0526346C238D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3ADD-8E52-416A-8ED3-621BF4B8041B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19" y="1206179"/>
            <a:ext cx="4180475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95" y="260269"/>
            <a:ext cx="7189811" cy="769441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=""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189494" y="610598"/>
            <a:ext cx="7189811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/>
          </a:p>
        </p:txBody>
      </p:sp>
      <p:grpSp>
        <p:nvGrpSpPr>
          <p:cNvPr id="2" name="Group 4">
            <a:extLst>
              <a:ext uri="{FF2B5EF4-FFF2-40B4-BE49-F238E27FC236}">
                <a16:creationId xmlns=""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33948" y="158752"/>
            <a:ext cx="1330325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=""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=""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=""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=""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=""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=""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=""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=""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=""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=""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7" name="Picture Placeholder 23">
            <a:extLst>
              <a:ext uri="{FF2B5EF4-FFF2-40B4-BE49-F238E27FC236}">
                <a16:creationId xmlns=""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5110150" y="1274619"/>
            <a:ext cx="3779600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=""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28385" y="6548967"/>
            <a:ext cx="413336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Footer Placeholder 3">
            <a:extLst>
              <a:ext uri="{FF2B5EF4-FFF2-40B4-BE49-F238E27FC236}">
                <a16:creationId xmlns=""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95790" y="6548967"/>
            <a:ext cx="6084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0694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FD253-1F93-4BCC-966F-FEFADA88080C}" type="datetimeFigureOut">
              <a:rPr lang="pl-PL" smtClean="0"/>
              <a:pPr/>
              <a:t>28.10.2026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0EB8-8F6B-4B38-9F9F-70AD327A6CCA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776A07C-7B8F-CC46-F7E2-55CE017A86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28385" y="6548967"/>
            <a:ext cx="413336" cy="1819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x-none"/>
            </a:defPPr>
            <a:lvl1pPr marL="0" algn="r" defTabSz="9144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58F0B4-6BC7-4BFB-804F-EE9B892902C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37A85871-7308-A92A-1BEA-CCCD20005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44" y="285728"/>
            <a:ext cx="7189811" cy="769441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pl-PL" dirty="0">
                <a:solidFill>
                  <a:srgbClr val="2167AE"/>
                </a:solidFill>
                <a:latin typeface="+mn-lt"/>
              </a:rPr>
              <a:t>Poznajmy się...</a:t>
            </a:r>
            <a:endParaRPr lang="x-none">
              <a:solidFill>
                <a:srgbClr val="2167AE"/>
              </a:solidFill>
              <a:latin typeface="+mn-lt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="" xmlns:a16="http://schemas.microsoft.com/office/drawing/2014/main" id="{410D184B-2272-F1AB-46C1-D49764B6A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Ink 3">
            <a:extLst>
              <a:ext uri="{FF2B5EF4-FFF2-40B4-BE49-F238E27FC236}">
                <a16:creationId xmlns:mc="http://schemas.openxmlformats.org/markup-compatibility/2006" xmlns:p14="http://schemas.microsoft.com/office/powerpoint/2010/main" xmlns="" xmlns:a16="http://schemas.microsoft.com/office/drawing/2014/main" id="{4B30CD8C-E6C8-2145-718B-8C929DED5F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 rot="330758">
            <a:off x="5943580" y="4829959"/>
            <a:ext cx="924908" cy="3413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FAFA6DA-FE3A-CDE9-4906-EBA73F03B0D5}"/>
              </a:ext>
            </a:extLst>
          </p:cNvPr>
          <p:cNvSpPr txBox="1"/>
          <p:nvPr/>
        </p:nvSpPr>
        <p:spPr>
          <a:xfrm>
            <a:off x="6858016" y="5286388"/>
            <a:ext cx="1561021" cy="648997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pPr algn="ctr"/>
            <a:r>
              <a:rPr lang="x-none" sz="1400">
                <a:solidFill>
                  <a:schemeClr val="accent1"/>
                </a:solidFill>
              </a:rPr>
              <a:t>Niedoszły </a:t>
            </a:r>
            <a:r>
              <a:rPr lang="x-none" sz="1400" err="1">
                <a:solidFill>
                  <a:schemeClr val="accent1"/>
                </a:solidFill>
              </a:rPr>
              <a:t>milioner</a:t>
            </a:r>
            <a:r>
              <a:rPr lang="x-none" sz="1400">
                <a:solidFill>
                  <a:schemeClr val="accent1"/>
                </a:solidFill>
              </a:rPr>
              <a:t> </a:t>
            </a:r>
            <a:r>
              <a:rPr lang="x-none" sz="1400" err="1">
                <a:solidFill>
                  <a:schemeClr val="accent1"/>
                </a:solidFill>
              </a:rPr>
              <a:t>kryptowalut</a:t>
            </a:r>
            <a:endParaRPr lang="en-US" sz="1400" dirty="0">
              <a:solidFill>
                <a:schemeClr val="accent1"/>
              </a:solidFill>
            </a:endParaRPr>
          </a:p>
        </p:txBody>
      </p:sp>
      <p:pic>
        <p:nvPicPr>
          <p:cNvPr id="8" name="Picture 16" descr="Zurich">
            <a:extLst>
              <a:ext uri="{FF2B5EF4-FFF2-40B4-BE49-F238E27FC236}">
                <a16:creationId xmlns="" xmlns:a16="http://schemas.microsoft.com/office/drawing/2014/main" id="{B4D5546F-5687-E489-9C7E-F49E642654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205" y="4896089"/>
            <a:ext cx="521589" cy="6130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Office Samurai logo">
            <a:extLst>
              <a:ext uri="{FF2B5EF4-FFF2-40B4-BE49-F238E27FC236}">
                <a16:creationId xmlns="" xmlns:a16="http://schemas.microsoft.com/office/drawing/2014/main" id="{08B04624-8C80-8613-9187-74E53DC6874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1" y="4837019"/>
            <a:ext cx="527924" cy="613168"/>
          </a:xfrm>
          <a:prstGeom prst="rect">
            <a:avLst/>
          </a:prstGeom>
        </p:spPr>
      </p:pic>
      <p:pic>
        <p:nvPicPr>
          <p:cNvPr id="11" name="Picture 10" descr="Sitel Digital Services (formerly SYKES)">
            <a:extLst>
              <a:ext uri="{FF2B5EF4-FFF2-40B4-BE49-F238E27FC236}">
                <a16:creationId xmlns="" xmlns:a16="http://schemas.microsoft.com/office/drawing/2014/main" id="{02031D5A-E52E-6464-53DA-E39BFB61030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412849" y="5562733"/>
            <a:ext cx="515945" cy="616170"/>
          </a:xfrm>
          <a:prstGeom prst="rect">
            <a:avLst/>
          </a:prstGeom>
        </p:spPr>
      </p:pic>
      <p:pic>
        <p:nvPicPr>
          <p:cNvPr id="12" name="Picture 11" descr="Halliburton logo">
            <a:extLst>
              <a:ext uri="{FF2B5EF4-FFF2-40B4-BE49-F238E27FC236}">
                <a16:creationId xmlns="" xmlns:a16="http://schemas.microsoft.com/office/drawing/2014/main" id="{F2C328B6-E7A3-CFD7-D7AB-30664E71CA7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42910" y="5572140"/>
            <a:ext cx="529073" cy="615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B8E5A041-5062-E1E7-8DBB-0B6A8CB36F03}"/>
              </a:ext>
            </a:extLst>
          </p:cNvPr>
          <p:cNvSpPr txBox="1"/>
          <p:nvPr/>
        </p:nvSpPr>
        <p:spPr>
          <a:xfrm>
            <a:off x="642910" y="1428736"/>
            <a:ext cx="1577773" cy="648997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r>
              <a:rPr lang="pl-PL" sz="1400" dirty="0">
                <a:solidFill>
                  <a:schemeClr val="accent1"/>
                </a:solidFill>
              </a:rPr>
              <a:t>Senior RPA Developer</a:t>
            </a:r>
            <a:endParaRPr lang="en-US" dirty="0"/>
          </a:p>
        </p:txBody>
      </p:sp>
      <p:pic>
        <p:nvPicPr>
          <p:cNvPr id="23" name="Picture 16" descr="Zurich">
            <a:extLst>
              <a:ext uri="{FF2B5EF4-FFF2-40B4-BE49-F238E27FC236}">
                <a16:creationId xmlns="" xmlns:a16="http://schemas.microsoft.com/office/drawing/2014/main" id="{009CAFFC-51F0-9681-02BF-26028E646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24" y="2000240"/>
            <a:ext cx="500066" cy="6130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860DAEF3-466B-2902-0803-ED5C37F64B25}"/>
              </a:ext>
            </a:extLst>
          </p:cNvPr>
          <p:cNvSpPr txBox="1"/>
          <p:nvPr/>
        </p:nvSpPr>
        <p:spPr>
          <a:xfrm>
            <a:off x="6929454" y="1214422"/>
            <a:ext cx="1428760" cy="433553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r>
              <a:rPr lang="pl-PL" sz="1400" dirty="0">
                <a:solidFill>
                  <a:schemeClr val="accent1"/>
                </a:solidFill>
              </a:rPr>
              <a:t>5</a:t>
            </a:r>
            <a:r>
              <a:rPr lang="pl-PL" sz="1400" dirty="0" smtClean="0">
                <a:solidFill>
                  <a:schemeClr val="accent1"/>
                </a:solidFill>
              </a:rPr>
              <a:t>x </a:t>
            </a:r>
            <a:r>
              <a:rPr lang="pl-PL" sz="1400" dirty="0">
                <a:solidFill>
                  <a:schemeClr val="accent1"/>
                </a:solidFill>
              </a:rPr>
              <a:t>UiPath MVP</a:t>
            </a:r>
            <a:endParaRPr lang="en-US" dirty="0"/>
          </a:p>
        </p:txBody>
      </p:sp>
      <p:pic>
        <p:nvPicPr>
          <p:cNvPr id="33" name="Picture 32" descr="Sell Bitcoins In Nigeria &amp; Ghana - BTC ...">
            <a:extLst>
              <a:ext uri="{FF2B5EF4-FFF2-40B4-BE49-F238E27FC236}">
                <a16:creationId xmlns="" xmlns:a16="http://schemas.microsoft.com/office/drawing/2014/main" id="{7EF6EE97-CDDC-E301-7E0B-B009E45DCB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20" y="5857892"/>
            <a:ext cx="597941" cy="72798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7CE5E41D-42DC-DEA0-FD32-5BB2D90FC8F6}"/>
              </a:ext>
            </a:extLst>
          </p:cNvPr>
          <p:cNvSpPr txBox="1"/>
          <p:nvPr/>
        </p:nvSpPr>
        <p:spPr>
          <a:xfrm>
            <a:off x="714348" y="4071942"/>
            <a:ext cx="1360625" cy="648997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pPr algn="l"/>
            <a:r>
              <a:rPr lang="x-none" sz="1400">
                <a:solidFill>
                  <a:schemeClr val="accent1"/>
                </a:solidFill>
              </a:rPr>
              <a:t>9+ years in industry</a:t>
            </a:r>
          </a:p>
        </p:txBody>
      </p:sp>
      <p:pic>
        <p:nvPicPr>
          <p:cNvPr id="38" name="Ink 37">
            <a:extLst>
              <a:ext uri="{FF2B5EF4-FFF2-40B4-BE49-F238E27FC236}">
                <a16:creationId xmlns:mc="http://schemas.openxmlformats.org/markup-compatibility/2006" xmlns:p14="http://schemas.microsoft.com/office/powerpoint/2010/main" xmlns="" xmlns:a16="http://schemas.microsoft.com/office/drawing/2014/main" id="{DDB2A3BC-0372-C9DD-CD2E-B0BDD825189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 rot="17145805">
            <a:off x="2134477" y="4697725"/>
            <a:ext cx="784827" cy="571334"/>
          </a:xfrm>
          <a:prstGeom prst="rect">
            <a:avLst/>
          </a:prstGeom>
        </p:spPr>
      </p:pic>
      <p:pic>
        <p:nvPicPr>
          <p:cNvPr id="40" name="Picture 39" descr="Two Kids Vectors &amp; Illustrations for Free Download | Freepik">
            <a:extLst>
              <a:ext uri="{FF2B5EF4-FFF2-40B4-BE49-F238E27FC236}">
                <a16:creationId xmlns="" xmlns:a16="http://schemas.microsoft.com/office/drawing/2014/main" id="{757CC077-9DC6-AEA8-E949-FB56897265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870" y="3459555"/>
            <a:ext cx="729869" cy="87902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95B05383-7CED-533C-17B3-469F95A511C9}"/>
              </a:ext>
            </a:extLst>
          </p:cNvPr>
          <p:cNvSpPr txBox="1"/>
          <p:nvPr/>
        </p:nvSpPr>
        <p:spPr>
          <a:xfrm>
            <a:off x="7783375" y="2857496"/>
            <a:ext cx="1360625" cy="648997"/>
          </a:xfrm>
          <a:prstGeom prst="rect">
            <a:avLst/>
          </a:prstGeom>
          <a:noFill/>
        </p:spPr>
        <p:txBody>
          <a:bodyPr wrap="square" lIns="108000" tIns="108000" rIns="108000" bIns="108000" rtlCol="0" anchor="t">
            <a:spAutoFit/>
          </a:bodyPr>
          <a:lstStyle/>
          <a:p>
            <a:r>
              <a:rPr lang="x-none" sz="1400">
                <a:solidFill>
                  <a:schemeClr val="accent1"/>
                </a:solidFill>
              </a:rPr>
              <a:t>Tata po godzinach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round white circle with a blue and black logo&#10;&#10;AI-generated content may be incorrect.">
            <a:extLst>
              <a:ext uri="{FF2B5EF4-FFF2-40B4-BE49-F238E27FC236}">
                <a16:creationId xmlns="" xmlns:a16="http://schemas.microsoft.com/office/drawing/2014/main" id="{F36B37FE-2B2D-258A-A122-7FAC60AE9E0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15206" y="1643050"/>
            <a:ext cx="785818" cy="775160"/>
          </a:xfrm>
          <a:prstGeom prst="rect">
            <a:avLst/>
          </a:prstGeom>
        </p:spPr>
      </p:pic>
      <p:pic>
        <p:nvPicPr>
          <p:cNvPr id="47" name="Picture 1" descr="A person with glasses and a beard&#10;&#10;Description automatically generated">
            <a:extLst>
              <a:ext uri="{FF2B5EF4-FFF2-40B4-BE49-F238E27FC236}">
                <a16:creationId xmlns="" xmlns:a16="http://schemas.microsoft.com/office/drawing/2014/main" id="{8711BDD0-6381-E1F6-0BBB-5EAAF2C92F08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786050" y="1785926"/>
            <a:ext cx="3143150" cy="3071834"/>
          </a:xfrm>
          <a:prstGeom prst="rect">
            <a:avLst/>
          </a:prstGeom>
        </p:spPr>
      </p:pic>
      <p:pic>
        <p:nvPicPr>
          <p:cNvPr id="48" name="Ink 3">
            <a:extLst>
              <a:ext uri="{FF2B5EF4-FFF2-40B4-BE49-F238E27FC236}">
                <a16:creationId xmlns:mc="http://schemas.openxmlformats.org/markup-compatibility/2006" xmlns:p14="http://schemas.microsoft.com/office/powerpoint/2010/main" xmlns="" xmlns:a16="http://schemas.microsoft.com/office/drawing/2014/main" id="{4B30CD8C-E6C8-2145-718B-8C929DED5F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 rot="920501">
            <a:off x="1731702" y="2723660"/>
            <a:ext cx="1187453" cy="290120"/>
          </a:xfrm>
          <a:prstGeom prst="rect">
            <a:avLst/>
          </a:prstGeom>
        </p:spPr>
      </p:pic>
      <p:pic>
        <p:nvPicPr>
          <p:cNvPr id="49" name="Ink 37">
            <a:extLst>
              <a:ext uri="{FF2B5EF4-FFF2-40B4-BE49-F238E27FC236}">
                <a16:creationId xmlns:mc="http://schemas.openxmlformats.org/markup-compatibility/2006" xmlns:p14="http://schemas.microsoft.com/office/powerpoint/2010/main" xmlns="" xmlns:a16="http://schemas.microsoft.com/office/drawing/2014/main" id="{DDB2A3BC-0372-C9DD-CD2E-B0BDD825189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 rot="17145805">
            <a:off x="5989875" y="2455586"/>
            <a:ext cx="784827" cy="571334"/>
          </a:xfrm>
          <a:prstGeom prst="rect">
            <a:avLst/>
          </a:prstGeom>
        </p:spPr>
      </p:pic>
      <p:pic>
        <p:nvPicPr>
          <p:cNvPr id="50" name="Ink 37">
            <a:extLst>
              <a:ext uri="{FF2B5EF4-FFF2-40B4-BE49-F238E27FC236}">
                <a16:creationId xmlns:mc="http://schemas.openxmlformats.org/markup-compatibility/2006" xmlns:p14="http://schemas.microsoft.com/office/powerpoint/2010/main" xmlns="" xmlns:a16="http://schemas.microsoft.com/office/drawing/2014/main" id="{DDB2A3BC-0372-C9DD-CD2E-B0BDD825189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 rot="19303454">
            <a:off x="6450551" y="3539234"/>
            <a:ext cx="784827" cy="571334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43768" y="214290"/>
            <a:ext cx="19050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093441" y="6500810"/>
            <a:ext cx="1050559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4">
            <a:extLst>
              <a:ext uri="{FF2B5EF4-FFF2-40B4-BE49-F238E27FC236}">
                <a16:creationId xmlns="" xmlns:a16="http://schemas.microsoft.com/office/drawing/2014/main" id="{37A85871-7308-A92A-1BEA-CCCD20005688}"/>
              </a:ext>
            </a:extLst>
          </p:cNvPr>
          <p:cNvSpPr txBox="1">
            <a:spLocks/>
          </p:cNvSpPr>
          <p:nvPr/>
        </p:nvSpPr>
        <p:spPr>
          <a:xfrm>
            <a:off x="3000364" y="5286388"/>
            <a:ext cx="2857520" cy="571504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167AE"/>
                </a:solidFill>
                <a:effectLst/>
                <a:uLnTx/>
                <a:uFillTx/>
                <a:latin typeface="+mn-lt"/>
                <a:ea typeface="+mj-ea"/>
                <a:cs typeface="Arial" panose="020B0604020202020204" pitchFamily="34" charset="0"/>
              </a:rPr>
              <a:t>Kamil Miśko</a:t>
            </a:r>
            <a:endParaRPr kumimoji="0" lang="x-none" sz="4400" b="0" i="0" u="none" strike="noStrike" kern="1200" cap="none" spc="0" normalizeH="0" baseline="0" noProof="0">
              <a:ln>
                <a:noFill/>
              </a:ln>
              <a:solidFill>
                <a:srgbClr val="2167AE"/>
              </a:solidFill>
              <a:effectLst/>
              <a:uLnTx/>
              <a:uFillTx/>
              <a:latin typeface="+mn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6582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</Words>
  <Application>Microsoft Office PowerPoint</Application>
  <PresentationFormat>Pokaz na ekranie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2" baseType="lpstr">
      <vt:lpstr>Motyw pakietu Office</vt:lpstr>
      <vt:lpstr>Poznajmy się...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Poznajmy się...</dc:title>
  <dc:creator>Kamil Miśko</dc:creator>
  <cp:lastModifiedBy>Kamil Miśko</cp:lastModifiedBy>
  <cp:revision>3</cp:revision>
  <dcterms:created xsi:type="dcterms:W3CDTF">2026-04-28T05:16:58Z</dcterms:created>
  <dcterms:modified xsi:type="dcterms:W3CDTF">2026-10-28T00:28:19Z</dcterms:modified>
</cp:coreProperties>
</file>